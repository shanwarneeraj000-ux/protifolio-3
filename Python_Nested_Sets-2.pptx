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Sets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inside sets — how Python handles them &amp; why it's tricky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Electronics Engineering  •  Python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Set in Python?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collection of unique elements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allowed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with curly braces  { }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can add/remove items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must be hashable (immutable)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46320" y="960120"/>
            <a:ext cx="3931920" cy="2560320"/>
          </a:xfrm>
          <a:prstGeom prst="rect">
            <a:avLst/>
          </a:prstGeom>
          <a:solidFill>
            <a:srgbClr val="312E81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078992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my_set = {1, 2, 3, 4}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 removed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1, 2, 3}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{1, 2, 3}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type(s)  # &lt;class 'set'&gt;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All elements must be hashable (immutable types like int, str, tuple)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Nested Set?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set would be a set that contains other sets as elements.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10312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are mutable — they cannot be hashed!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regular set CANNOT contain another set as an element.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will raise a TypeError.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206240" cy="2103120"/>
          </a:xfrm>
          <a:prstGeom prst="rect">
            <a:avLst/>
          </a:prstGeom>
          <a:solidFill>
            <a:srgbClr val="312E8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will FAIL: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= {1, 2}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 = {inner, 3}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unhashable type: 'set'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Use frozenset — an immutable, hashable version of a set!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— The Key to Nested Sets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02920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6459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nested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add/remove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operations (union, etc.)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2651760"/>
          </a:xfrm>
          <a:prstGeom prst="rect">
            <a:avLst/>
          </a:prstGeom>
          <a:solidFill>
            <a:srgbClr val="312E81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078992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frozensets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fs1 = frozenset({1, 2})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fs2 = frozenset({3, 4})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 inside a 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 = {fs1, fs2}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Works! ✅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frozenset as a 'frozen snapshot' of a set — like a tuple is to a list.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846320" cy="3749040"/>
          </a:xfrm>
          <a:prstGeom prst="rect">
            <a:avLst/>
          </a:prstGeom>
          <a:solidFill>
            <a:srgbClr val="312E81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frozensets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frozenset({1, 2, 3})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frozenset({4, 5, 6})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frozenset({7, 8, 9})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Nest inside a 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= {a, b, c}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Print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print(nested)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Iterate over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group in nested: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print(group)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membership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in nested)  # True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0040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{frozenset({1,2,3}),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frozenset({4,5,6}),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frozenset({7,8,9})}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6974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frozensets can live inside a regular set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Iterating works normally with for loop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Membership test (in) works too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Order not guaranteed (sets are unordered)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Group Deduplication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unique groups of items where each group itself is unique — e.g., unique logic gate pin combinations.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46304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69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Access Permissions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4904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sets of user roles, where each role-set is distinct and immutable.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023360" cy="146304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15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Signal Grouping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digital signal patterns and store them in a set to avoid processing duplicates.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46304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15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Math Operations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1363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sets of prime tuples, factor groups, or truth-table row sets with frozenset.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you need a hashable, immutable group — frozenset is your tool.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store unique, unordered elements — but elements must be hashable.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sets are mutable → not hashable → cannot be nested inside a set.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96896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55117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is immutable → hashable → can be nested inside a regular set.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0098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frozenset({...}) to create a nested set structure in Python.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507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Iteration, membership testing, and set operations all work on nested frozensets.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Nested Sets</dc:title>
  <dc:subject>PptxGenJS Presentation</dc:subject>
  <dc:creator>PptxGenJS</dc:creator>
  <cp:lastModifiedBy>PptxGenJS</cp:lastModifiedBy>
  <cp:revision>1</cp:revision>
  <dcterms:created xsi:type="dcterms:W3CDTF">2026-05-03T14:42:22Z</dcterms:created>
  <dcterms:modified xsi:type="dcterms:W3CDTF">2026-05-03T14:42:22Z</dcterms:modified>
</cp:coreProperties>
</file>